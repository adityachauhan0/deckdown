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91500" y="1333500"/>
            <a:ext cx="15621000" cy="476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91500" y="2038350"/>
            <a:ext cx="15621000" cy="476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World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333500"/>
            <a:ext cx="15621000" cy="476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33500" y="2038350"/>
            <a:ext cx="15621000" cy="476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x = 1;
console.log(x);
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333500"/>
            <a:ext cx="15621000" cy="476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33500" y="2038350"/>
            <a:ext cx="15621000" cy="476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text content.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2026-04-02T10:20:07Z</dcterms:created>
  <dcterms:modified xsi:type="dcterms:W3CDTF">2026-04-02T10:20:07Z</dcterms:modified>
</cp:coreProperties>
</file>